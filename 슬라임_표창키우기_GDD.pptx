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1A7431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560320" cy="2560320"/>
          </a:xfrm>
          <a:prstGeom prst="oval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표창키우기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66928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SLIME SHURIKEN GROWER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00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키우기 / 방치형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97180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6223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990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/ PC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 Document  v1.0  | 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640080"/>
            <a:ext cx="2194560" cy="2194560"/>
          </a:xfrm>
          <a:prstGeom prst="oval">
            <a:avLst/>
          </a:prstGeom>
          <a:solidFill>
            <a:srgbClr val="1A7431">
              <a:alpha val="70000"/>
            </a:srgbClr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86868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🟢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6903720" y="2560320"/>
            <a:ext cx="640080" cy="411480"/>
          </a:xfrm>
          <a:prstGeom prst="oval">
            <a:avLst/>
          </a:prstGeom>
          <a:solidFill>
            <a:srgbClr val="39D35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484632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 Document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개요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장르, 핵심 컨셉, 플랫폼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1168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20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게임플레이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전투, 성장, 루프 구조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0175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시스템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등급, 강화, 진화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02336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시스템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종류 &amp; 역할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8229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00584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 시스템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재화, 뽑기, 수익화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8288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01168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1920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구성, UX 원칙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834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0175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엔진, 아키텍처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8404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402336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39D353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3212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3212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일정 &amp; 마일스톤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325880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게임 개요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요약 &amp; 핵심 컨셉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039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슬라임을 키우며 표창(수리검)을 강화하고,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적을 처치해 더 강한 슬라임으로 성장하는 방치형 RPG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⚔️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강화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수백 종의 표창을 수집·합성·진화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변화가 뚜렷한 성장감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9659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0116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🟢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육성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21868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종마다 다른 능력치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먹이·훈련으로 스탯 성장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0116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💤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수확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21868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중에도 골드·재료 수집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복귀 보상으로 지속 플레이 유도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플랫폼: iOS  /  Android  /  PC(Steam) 예정  |  타겟: 10 ~ 30대  |  언어: 한국어 · 영어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641348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핵심 게임플레이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루프 구조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51960" y="1143000"/>
            <a:ext cx="2560320" cy="100584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6812280" y="2148840"/>
            <a:ext cx="0" cy="128016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6812280" y="3429000"/>
            <a:ext cx="-2560320" cy="100584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4251960" y="4434840"/>
            <a:ext cx="-2560320" cy="-100584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1691640" y="3429000"/>
            <a:ext cx="0" cy="-128016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1691640" y="2148840"/>
            <a:ext cx="2560320" cy="-1005840"/>
          </a:xfrm>
          <a:prstGeom prst="line">
            <a:avLst/>
          </a:prstGeom>
          <a:noFill/>
          <a:ln w="19050">
            <a:solidFill>
              <a:srgbClr val="1A7431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3840480" y="731520"/>
            <a:ext cx="822960" cy="82296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822960" cy="822960"/>
          </a:xfrm>
          <a:prstGeom prst="oval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017520"/>
            <a:ext cx="822960" cy="822960"/>
          </a:xfrm>
          <a:prstGeom prst="oval">
            <a:avLst/>
          </a:prstGeom>
          <a:solidFill>
            <a:srgbClr val="F5C5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023360"/>
            <a:ext cx="822960" cy="822960"/>
          </a:xfrm>
          <a:prstGeom prst="oval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3017520"/>
            <a:ext cx="822960" cy="82296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1737360"/>
            <a:ext cx="822960" cy="822960"/>
          </a:xfrm>
          <a:prstGeom prst="oval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7772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슬라임 배치 &amp; 자동 전투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슬라임이 자동으로 표창을 던져 적을 처치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581912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재화 &amp; 재료 드롭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골드, 마석, 표창 조각 등 수집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86584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표창 강화 / 합성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수집한 재료로 표창 등급 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191256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74920" y="3236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슬라임 진화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조건 달성 시 상위 슬라임 해금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995928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74920" y="4041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더 어려운 던전 도전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4352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스테이지 / 보스 도전으로 루프 반복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31036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표창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등급 &amp; 성장 트리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8B949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93192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★☆☆☆☆☆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공격력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수준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19072" y="2743200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26517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2EA04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0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2EA04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828800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043"/>
                </a:solidFill>
              </a:rPr>
              <a:t>★★☆☆☆☆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56232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능력치 추가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 부여 시작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2743200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26517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1F6F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18688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264408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6FEB"/>
                </a:solidFill>
              </a:rPr>
              <a:t>★★★☆☆☆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패시브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공격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90288" y="2743200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26517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54296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8957E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8957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54296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4700016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57E5"/>
                </a:solidFill>
              </a:rPr>
              <a:t>★★★★☆☆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7448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 스킬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버프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25896" y="2743200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6517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9904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35624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D299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전설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89904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6135624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</a:rPr>
              <a:t>★★★★★☆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63056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전설 스킬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진화 형태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61504" y="2743200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6517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25512" y="731520"/>
            <a:ext cx="1325880" cy="402336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71232" y="77724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신화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525512" y="128016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🔰</a:t>
            </a:r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7571232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★★★★★★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98664" y="2542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궁극기 해금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버프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" y="48920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7200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강화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51846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표창 3개 합성 → 1단계 상위 등급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0" y="48920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670048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강화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670048" y="51846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마석 소비로 특정 능력치 집중 강화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48920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82896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개방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82896" y="51846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영웅↑ 등급부터 고유 스킬 슬롯 해금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86016" y="48920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095744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세트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95744" y="51846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세트 3종 장착 시 세트 효과 활성화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536192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슬라임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종류 &amp; 역할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82296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일반 슬라임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★★★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1792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★☆☆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★★☆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표창 연사 속도 +20%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74980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82296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841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불꽃 슬라임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26187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마법형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★★★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1792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★☆☆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★★★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광역 화염 표창 발사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74980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82296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841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얼음 슬라임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126187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서포터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★☆☆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792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★★★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★☆☆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63056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적 이동속도 감소 디버프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285292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0624" y="292608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독 슬라임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36499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지속딜형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★★☆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★★☆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" y="4114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★★☆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407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표창에 독 부여 (DoT)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285292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73552" y="292608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황금 슬라임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10128" y="336499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64992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★☆☆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64992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★★☆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64992" y="4114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★★☆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10128" y="4407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골드 드롭률 +50%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53328" y="2852928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2926080"/>
            <a:ext cx="2542032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⬛ 왕 슬라임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63056" y="336499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탱커형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17920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 ★★☆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 ★★★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17920" y="4114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속도:  ★☆☆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63056" y="4407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특성: 팀 전체 방어력 +30%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31036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경제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재화 &amp; 수익화 구조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🪙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2331720" cy="292608"/>
          </a:xfrm>
          <a:prstGeom prst="roundRect">
            <a:avLst>
              <a:gd name="adj" fmla="val 21875"/>
            </a:avLst>
          </a:prstGeom>
          <a:solidFill>
            <a:srgbClr val="F5C5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드롭, 방치 수확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강화·상점 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22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💎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383280" y="1536192"/>
            <a:ext cx="2331720" cy="292608"/>
          </a:xfrm>
          <a:prstGeom prst="roundRect">
            <a:avLst>
              <a:gd name="adj" fmla="val 21875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8653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 클리어, 유료 구매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강화·뽑기 사용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822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🧪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2331720" cy="292608"/>
          </a:xfrm>
          <a:prstGeom prst="roundRect">
            <a:avLst>
              <a:gd name="adj" fmla="val 21875"/>
            </a:avLst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조각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8653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처치 드롭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표창 합성 전용 재료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 모델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200400"/>
            <a:ext cx="457200" cy="45720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광고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보상 x2 광고 시청 (Opt-in)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200400"/>
            <a:ext cx="457200" cy="45720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배틀패스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시즌제 / 무료+유료 2트랙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77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160520"/>
            <a:ext cx="457200" cy="45720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4059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마석 충전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43799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IAP: 소·중·대 패키지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977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4160520"/>
            <a:ext cx="457200" cy="457200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76672" y="4059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스타터 패키지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76672" y="43799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구매 전설 표창 + 슬라임 포함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536192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UI / UX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&amp; UX 원칙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9050">
            <a:solidFill>
              <a:srgbClr val="1A7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메인 화면 와이어프레임 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골드: 12,450   💎 마석: 320   ⚔️ 레벨: Lv.47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10160">
            <a:solidFill>
              <a:srgbClr val="1A74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⚔️  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HP: ████░░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69417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369417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148840" y="369417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926080" y="369417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251960" y="749808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7408" y="950976"/>
            <a:ext cx="475488" cy="475488"/>
          </a:xfrm>
          <a:prstGeom prst="oval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950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841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원터치 접근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170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액션 3탭 이내 도달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 뎁스 제거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1755648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1956816"/>
            <a:ext cx="475488" cy="475488"/>
          </a:xfrm>
          <a:prstGeom prst="oval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성장감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176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 상승 시 화려한 이펙트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 성공 진동 피드백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2761488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07408" y="2962656"/>
            <a:ext cx="475488" cy="475488"/>
          </a:xfrm>
          <a:prstGeom prst="oval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8348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친화적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수확 최대 12시간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복귀 시 빠른 처리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3767328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07408" y="3968496"/>
            <a:ext cx="475488" cy="475488"/>
          </a:xfrm>
          <a:prstGeom prst="oval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9684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83480" y="3858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재화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4187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재화 소비처 항상 라벨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 정보 투명 공개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325880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기술 스택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 &amp; 아키텍처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엔진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Unity 2022 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크로스플랫폼, 풍부한 에셋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DOTween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부드러운 강화 애니메이션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Spine 2D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스켈레탈 애니메이션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749808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126187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PlayFab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1645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세이브, 리더보드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22199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Firebase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2606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푸시 알림, 애널리틱스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8211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REST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랭킹·이벤트 서버 통신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749808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1A743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 SDK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126187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Google AdMob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1645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배너·전면·보상 광고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22199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Unity IAP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2606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 결제 처리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182112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AppsFlyer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어트리뷰션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원칙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4805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경량화 (핵심 로직은 서버 검증)  |  오프라인 캐싱  |  치트 방지: 서버사이드 검증  |  모듈형 콘텐츠 업데이트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15568" cy="256032"/>
          </a:xfrm>
          <a:prstGeom prst="rect">
            <a:avLst/>
          </a:prstGeom>
          <a:solidFill>
            <a:srgbClr val="1A7431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로드맵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일정 &amp; 마일스톤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25400">
            <a:solidFill>
              <a:srgbClr val="1A74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27048"/>
            <a:ext cx="292608" cy="292608"/>
          </a:xfrm>
          <a:prstGeom prst="oval">
            <a:avLst/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25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~ M3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965960"/>
            <a:ext cx="1792224" cy="384048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65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4048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8163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코어 루프 구현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표창 5종·슬라임 3종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기본 UI 완성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40782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내부 테스트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527048"/>
            <a:ext cx="292608" cy="292608"/>
          </a:xfrm>
          <a:prstGeom prst="oval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325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~ M6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19202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61488" y="1965960"/>
            <a:ext cx="1792224" cy="384048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965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61488" y="24048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알파 빌드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16352" y="28163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전체 등급 시스템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16352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경제 밸런스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16352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광고 SDK 연동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16352" y="40782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외부 알파 테스트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1527048"/>
            <a:ext cx="292608" cy="292608"/>
          </a:xfrm>
          <a:prstGeom prst="oval">
            <a:avLst/>
          </a:prstGeom>
          <a:solidFill>
            <a:srgbClr val="F5C5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325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~ M9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9202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1965960"/>
            <a:ext cx="1792224" cy="384048"/>
          </a:xfrm>
          <a:prstGeom prst="roundRect">
            <a:avLst>
              <a:gd name="adj" fmla="val 16667"/>
            </a:avLst>
          </a:prstGeom>
          <a:solidFill>
            <a:srgbClr val="F5C5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965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24048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출시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28163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iOS·Android 소프트런치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결제 시스템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밸런스 패치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40782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커뮤니티 채널 오픈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1527048"/>
            <a:ext cx="292608" cy="292608"/>
          </a:xfrm>
          <a:prstGeom prst="oval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1325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M10~M12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19202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67728" y="1965960"/>
            <a:ext cx="1792224" cy="384048"/>
          </a:xfrm>
          <a:prstGeom prst="roundRect">
            <a:avLst>
              <a:gd name="adj" fmla="val 16667"/>
            </a:avLst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965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67728" y="240487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출시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22592" y="28163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전 세계 출시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22592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배틀패스 v1.0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22592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신규 슬라임 4종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22592" y="40782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Steam Early Access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773168"/>
            <a:ext cx="8412480" cy="274320"/>
          </a:xfrm>
          <a:prstGeom prst="roundRect">
            <a:avLst>
              <a:gd name="adj" fmla="val 26667"/>
            </a:avLst>
          </a:prstGeom>
          <a:solidFill>
            <a:srgbClr val="1C2128"/>
          </a:solidFill>
          <a:ln w="6350">
            <a:solidFill>
              <a:srgbClr val="1A743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4791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KPI:  DAU 50,000  |  D30 리텐션 25%+  |  ARPU $1.5+  |  앱스토어 평점 4.5★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oval">
            <a:avLst/>
          </a:prstGeom>
          <a:solidFill>
            <a:srgbClr val="1A7431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oval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 표창키우기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단순하지만 중독적인 성장의 재미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슬라임과 함께 최강의 표창을 완성하라!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39D3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GDD v1.0 —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· 협업 제안은 언제든 환영합니다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슬라임 표창키우기 GDD</dc:title>
  <dc:subject>PptxGenJS Presentation</dc:subject>
  <dc:creator>PptxGenJS</dc:creator>
  <cp:lastModifiedBy>PptxGenJS</cp:lastModifiedBy>
  <cp:revision>1</cp:revision>
  <dcterms:created xsi:type="dcterms:W3CDTF">2026-06-11T10:16:13Z</dcterms:created>
  <dcterms:modified xsi:type="dcterms:W3CDTF">2026-06-11T10:16:13Z</dcterms:modified>
</cp:coreProperties>
</file>